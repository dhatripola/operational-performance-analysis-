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12" d="100"/>
          <a:sy n="112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87511"/>
                  </p:ext>
                </p:extLst>
              </p:nvPr>
            </p:nvGraphicFramePr>
            <p:xfrm>
              <a:off x="1005840" y="1170880"/>
              <a:ext cx="10465148" cy="533572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1005840" y="1170880"/>
                <a:ext cx="10465148" cy="53357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360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0052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54a3145-8386-4b00-9fe2-df971b502ef8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7ac7156-16d1-4c86-ba92-f57ea053dd89/f2abd0c9f1753e758ed7?bookmarkGuid=708d3ad3-94a8-4e9d-b431-acc345a3738b&amp;bookmarkUsage=1&amp;ctid=02adc1fa-e7fe-48da-afea-ad67adeaf37e&amp;fromEntryPoint=export&quot;"/>
    <we:property name="reportState" value="&quot;CONNECTED&quot;"/>
    <we:property name="artifactViewState" value="&quot;live&quot;"/>
    <we:property name="reportEmbeddedTime" value="&quot;2026-07-16T19:35:41.805Z&quot;"/>
    <we:property name="creatorSessionId" value="&quot;34a52937-243d-42ff-ae5e-aa8d2895cc8b&quot;"/>
    <we:property name="creatorUserId" value="&quot;100320022FA18B7C&quot;"/>
    <we:property name="creatorTenantId" value="&quot;02adc1fa-e7fe-48da-afea-ad67adeaf37e&quot;"/>
    <we:property name="pageDisplayName" value="&quot;Page 1&quot;"/>
    <we:property name="pageName" value="&quot;f2abd0c9f1753e758ed7&quot;"/>
    <we:property name="reportName" value="&quot;STORY1&quot;"/>
    <we:property name="isVisualContainerHeaderHidden" value="false"/>
    <we:property name="isFiltersActionButtonVisible" value="true"/>
    <we:property name="initialStateBookmark" value="&quot;H4sIAAAAAAAAA+1bbXPaOBD+Kx1/6ZfMjWRbttxvlNCUaSAp0N7c3GRu1tIK3Do2Z5s0NJP/fvILeWkIplwAN+kMM2DJXul5drXaXZkrQwbpNIR5H87ReGO8jeOv55B8fUWNAyOq2k5OPvRagw//9Fu9jm6Op1kQR6nx5srIIBlj9jlIZxDmEnTj32cHBoThKYzzKwVhigfGFJM0jiAMvmN5s+7KkhleHxh4OQ3jBHKRwwwyzMVe6Nv1tR6b/mHpEUFkwQUOUWRlqzLBl0R4irrMQpdxlK6+LS1vKGa29JZcdDF8O44yCCI9TN6GCkygaEpBJXfAJ9LzCxlBmFW3+PPO5TTR6DTm+TRnpSUvIBIojQJCgmk54yujNR4nOIasuuzc62zH4ex8SfswniUCB6iKrigLsrkeY4D/zjDNUuNaE3WaxJrGon143Gqf9E6Pu61+u1N0vptFFTk0v5zE39oJajal8YZcn+mWNIjGYUX+LQ+jEouAJMcR+180gzle/UCcSEzezgvIh0Gy4N48+GHm+4er8ekmU/rKVQpQIgcpXZsJu9FKPB2ctDvDYbd/NOr2XoAW6/CWanQd0+EgXM+nipg2CmLJRquxsMzOqHvSfxlqrMNbqpHYzPGIq5hjUlv5NmOSN1qNg05L2+ZRv9fpj047g7b+ah29AHWui7tUq0JKFGUmF8wSpik4IcXqXMlAOgH9fY+CXBY1bSDcUyYlHpVM+A4zG20iKx0YeWgaB42Y9cr1utms3weYQCIm82O8wPDhBG/6H3YtJvYZkqCM+QowG4GsQtYbUcY93IetUYn2zmyMQ43y1W1D3l1hMP5CSIzfdCzoOIT5EjZqvV2og+r2BJJsTZdHf3R5z5LMyrZyY3px2EtDuj5bZHFa1Jc7eVpbPzmOk9IwniUBC8fyTOGV+j0rtnSdZXPlIJH64xGglnDJ5lv6/ugaxdMccfpnkE16cZRN1uEtr1085X5TrYxAaDf7sqj5ONMbCP5mZzk7t3J/oUhlF8QsD1l2G4Uvx3k33yo9cTueRVl9MF6fXYazVC8VlOU0l4ZeTd53d+lpnzvOO27zuUO9kfvcgd6NrhxpC1Sm5zHbkYDge15RMNmk+CJ9z/cUUOII5JZjU+RebaS2as99ohJLEmj52fxdCONN0s80DIReAXfhGueYjAudSsiggDMtBwyw7I9l0Y0F2ivjONAMlLI/QzjLxb4+1E/I+Fv0Ok9lqlrYUrdaPJEWo2yFkdISpMNNSTwuOHeF5fvcMlkDtHeTOjRYa+vWIZ6UkUez3yc3l2rA0kzQ4rZpIXGA+5a0HFinWpvhZebHlw9dhudytJSnJBXEFYQx168/mdmB0XVOW4NRXr7ee/D3eI199GnQf4JoT8bRLPuZ8tp+ThSWo12vBLQFoygXgylNonzlWi5zXCE5Abv+RGr75jvofPzUGY6KVysa7jp348HuE1JFPoCWIIKAQ7iOVIhNrfqz/e3r7n0wnlR9vwOWx0kpdWgpYQlJmeVzU7ie/m05tTrcv9d+WWfBdYhLQ2KAwpKMeL6yhPBB2pI2WpXDT2973eGwe9IfLELU/1l2abYi6/CWarSJ55pSMuoQaeoMgjKP1oaHj+ST3EPPEYy7KJkjPNd2PWi2Sax4p4xtWnhuREiQJYjnMF2rCniUxLPpljdvpgMvBxgjhDLp2EBk+SbmJmZmS+kLn1PCHZtYApnp2JvKcpBRk/qKI1KpRYLD+KaytPWD8m1X5FGmy01PyPqDr+1bUvfdoHu48THKLqy56Qc6Wzw4/SXPcZr3xkkGfoidyzV34y3VeRYLrYqPqAJwGXEJuEQSQjyxsWdxGFBPKaldlAkMLVfL21SWoLYlqLK5b+Wuj3HK3QZ4qXU9xD7DhVtPujJMqLXWafBTr0ftI3h8BOouyzcPw4jCfpflyPEsS6cg8BQiXJIra0OBSKI0VufLxd9Uije0cnUF2qPUPJD/eeUmtb6+/g+WUsm+RzMAAA==&quot;"/>
    <we:property name="bookmark" value="&quot;H4sIAAAAAAAAA+1b31PbOBD+Vzp+6QtzI8mWLfUtDSnNDASapL25ueFhLa2CW2PnbIeSY/jfT7YTfpSA0xwBFzrDDFiSV/q+Xa12V+bC0VE+jWE+gFN03jnv0/TbKWTf3lBnx0nqNvS9QHmMKSM8iczjnmS2N50WUZrkzrsLp4BsgsWXKJ9BXAqyjX8f7zgQx0cwKZ8MxDnuOFPM8jSBOPoX68G2q8hmeLnj4Pk0TjMoRY4KKLAUe2aH22e7BPqHa2cEVURnOEJV1K2GQaiJkoYG3MWAC9SBHZbXA6qVrRxSiq6m76ZJAVFipynb0AADikwrqoUPIdEyrGREcbEYEs5759PMorOY59OSnI4+g0ShdioIGeb1ii+czmSS4QSKxWPvVmc3jWenK9pH6SxTOERTdSVFVMztHEP8Z4Z5kTuXlqijLLU0Vu2j/U738OBov98ZdHtV54dZsiCHlo8n6fduhpZN7bwjl8e2JY+SSbwg/5qHcY1FQVbiSMOvlsESr30hzTRm7+cV5N0oW3LPdn5Y+fPDtfhsE9OhCYwB1ChA68Djymu1Eo+Gh93eaNQf7I37B69Ai014azUGPvMFqECG1BDmoSKubrUaK8vsjfuHg9ehxia8tRqJx31JAsN9Rj0Tepxr0Wo1Dnsda5t7g4PeYHzUG3btr87eK1DnurhrtRqkxFDOhOKusoGBIKTanQ8ykJ+A/X2LglIWZR4QIQ2jRFLNVehz1moTedCBkbumsdOKVT+4Xzdb9ccIM8jUyXwfzzC+u8Cr/rtdy4V9gSyqY74KzEYgF5HrlSjnFu7dzrhGe2M1zq5F+ea6oexeYHD+Qsic33Qs6diF+Qo2Gr1dbIPq7glkxZouj/7o8l4kmQvbKo3p1WGvDenyeJnFWVFfb+RpXfvmJM1qw3iRBCwdywuFV+v3uDrSbZYtjI9E2x9JgLoqIJsf6c9H1zidlojzP6Pi5CBNipN1eCtrF4953ix2RqSsm31d1Hya2QMEf7Ozmp1rub9QpPIUxKwOWZ42Cl+N82a+VXvibjpLiuZgvDm7jGe53Sqo62WuDL3afO4+pad96ThvuM2XDvVK7ksHejO68rWn0DApuedrQAilrAommxRfdChDaYASX6FwfY+ikI2R2kNn7iOVWLLIyi/mH2KYbJJ+5nGk7A64Cdc5xWxS6VRDARWcaT1hhHV/qqturNBeOPuRZaCW/QXiWSn27a59Q6ffk7dlKrOoha10q9UbeTXLVhipLUH7gmkihRIiUG4YCpfxFmjvKnVosdbWrUM8KiP3Zr+Pbi6LCWszQVd4zEXigwhd7fqwTrW2wPMiTM/vugwZCHSNNJoqEijCeRA238w8gdH1jjrDcVm+fvbg7/4a+/jzcPAI0Z5Ok1nxM+W157lRWI12vRLQFoyi3gxMM2JCE7gB9wOlBQGv+UZq++Y77H363BuNB52D1rvOp/FgtwlZRD6AriKKgE+EjVSIR93mu/3t6+5jNDlZ9P0OWO4npdaha5SrNOVuKJgKpP3b9Rt1+Pxe+3XdBTchrg2JAypXcyJD4yoVgvY0bbUqR5/fH/RHo/7hYLgMUf9n2aXdimzCW6vRIzJgWnPqE81sBkG5pI3h4T35pJAofcVFgJr7SgZeIKHdJvHAN2V808JzK0KCIkM8helaVcC9LJ1Nt3x4cxt4+cA5IZRr3wOi6y8xNzEzT+tQhYIS4XvEVciZ720qy0dOGQ2NQKTaigSfi01lWesHE3qBKqPMQDCpdPPF1/Ytqf9h2N/d+BrlKay57Rc6W7w4/SXvcdr3xUkBYYy98zVP4y3VeZYbbREfUQMQcBIQCIgmhEi1sWfxOVBpjLYuigFHN7DyNpWlqOcqajwRuqXr44KKoAVeal0P8ZzhwrUnfTBMaLTWafRTn0c9R/B4D9SnLN/cDSMq+12VI6ezIp+CwiNIcEWubA0FEo3aeThfrv5N5SpVvrz8D7SGDO4eMwAA&quot;"/>
    <we:property name="datasetId" value="&quot;41d668e6-cf9c-4924-96e7-61eaf876eeb9&quot;"/>
    <we:property name="embedUrl" value="&quot;/reportEmbed?reportId=77ac7156-16d1-4c86-ba92-f57ea053dd89&amp;config=eyJjbHVzdGVyVXJsIjoiaHR0cHM6Ly9XQUJJLVVTLUNFTlRSQUwtQS1QUklNQVJZLXJlZGlyZWN0LmFuYWx5c2lzLndpbmRvd3MubmV0IiwiZW1iZWRGZWF0dXJlcyI6eyJ1c2FnZU1ldHJpY3NWTmV4dCI6dHJ1ZX19&amp;disableSensitivityBanner=true&amp;storytellingChangeViewModeShortcutKeys=true&quot;"/>
    <we:property name="backgroundColor" value="&quot;#F9F7F2&quot;"/>
    <we:property name="isFooterCollap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1af7bc5-801f-4608-8384-ff227da93f69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7ac7156-16d1-4c86-ba92-f57ea053dd89/28b25472e8ddbc4195db?bookmarkGuid=be958019-70b8-4975-9ac9-95df54639b90&amp;bookmarkUsage=1&amp;ctid=02adc1fa-e7fe-48da-afea-ad67adeaf37e&amp;fromEntryPoint=export&quot;"/>
    <we:property name="reportState" value="&quot;CONNECTED&quot;"/>
    <we:property name="artifactViewState" value="&quot;live&quot;"/>
    <we:property name="reportEmbeddedTime" value="&quot;2026-07-16T19:40:54.203Z&quot;"/>
    <we:property name="creatorSessionId" value="&quot;234523c8-58f3-4de2-8c98-206459ad33db&quot;"/>
    <we:property name="creatorUserId" value="&quot;100320022FA18B7C&quot;"/>
    <we:property name="creatorTenantId" value="&quot;02adc1fa-e7fe-48da-afea-ad67adeaf37e&quot;"/>
    <we:property name="pageDisplayName" value="&quot;Page 2&quot;"/>
    <we:property name="pageName" value="&quot;28b25472e8ddbc4195db&quot;"/>
    <we:property name="reportName" value="&quot;STORY1&quot;"/>
    <we:property name="isVisualContainerHeaderHidden" value="false"/>
    <we:property name="isFiltersActionButtonVisible" value="true"/>
    <we:property name="initialStateBookmark" value="&quot;H4sIAAAAAAAAA+1Y3VPbOBD/Vxi/9CVzI/lLNm8hSa9MCXBJ4OUm01lJm+Bi7JysUHJM/vdby4EWAqSTMiXtXF5ir6Td3378pJVvPZ1VsxwWx3CF3r53UJaXV2Au97jX8oqV7OTkY789+PjpuN3vkbic2awsKm//1rNgpmjPs2oOea2BhH+PWx7k+SlM67cJ5BW2vBmaqiwgz/7FZjINWTPHZcvDm1leGqhVDi1YrNVe03R6J9v8j4AsgrLZNQ5R2UbqJ9KPQuFjorVUIU8jLWla1UxwyJ6cUqt25jtlYSEryEwtS5jGSZwEiIKFfpzoFFgtr7Jimq8Af107WszqqFQXQP8UDfmZzNZ6lktyJwYuWewHASdVSarDyN+sy+KNleXNujahuZL+ZMIZixTncYhxXK+eZLldgZeL3s3MUNwpG422DkVxWppMkSUXX4NVE85br1Pm8yv31HsgH5Zzo3CAEzdU2MwuSNMA/5ljRXBqLKempDQ6+XDUHp0NnfSi/NIxSBa1t8+WY5K8HLU8U2geOOpdIRVR/aDBgnNk1pjKsBkvtRtG5+etd5SR743uc8jntdp3XVqhyy/FOwJFv3ENrakagv35m7pwKypn5ZVjMXYZS4IgSAUXgoEMFEsw5XIHMtY/OR59+PR/xh7EosmYr8MwACSGpaGKZCAAxcaMtfU1FIpC+DhdfYRqbvBHMd7J90YGC71N3hQYvb6hKBEmKYskjzRTUaQCYLDtVpckvg6ozFPBhMAoZVonO1Dqg95fZ73hyB1W63Fr/UQkh+8Hh92tMXzIiDNGXSyO8BrzdSz34+tDdxjOwWTNyepwb+XPqjG4V+U9cLHbHjVR/gaN1yWv9r4K6uGVD16fDt6LF0PyLLN+y3h0YfHGRbr9WW5B5th71LXQi9FoDhaO9N3M3DVtvPVcvn6nfN7Vd3Oe+anQYhKkgZRhCLEWAHrjbgsuYAdzax2YR5su56lEHQqhYtAQsTDW+hfadJ9ld3s6NThtMrCG5XUwdk76p0e90SEd/4crmO/nxao82a6iPh2cdHrD4eHxn9+HenNDZ0Fdom7Tks4FGPud/PUf83cHMrYcP9Mzrgp+8Ypd48MKb1pHTZQOQlBM6Ij4LSKRyG27KZ9asQiYCpNY+RFPWRr9St3UW1Jk0BudDY5fgRqzDHedEs/5+tZUSH1f8omM6VoRBNIXGCPflgoafM6DmEWxz0SiIp8l0da04pIxP0QMhGZ0+VGgtsTl1D11CS7ntpqBwlMo8InLMNEBCo3ae/lC7L6Uec4IYcmotdqwoP5+dn93Xi7/AyYrTbvKEwAA&quot;"/>
    <we:property name="bookmark" value="&quot;H4sIAAAAAAAAA+1Y3W/iOBD/V6q87As62fly0jcK7C1SoRzQvpzQaWwPkG2acI7plq3432+S0O5SSrviqiu7Ol5IxvbMbz5+9jj3jk6KRQqrPtygc+qc5fn1DZjrE+40nKyWMT/U4KEWUk0VBjKCqabRfGGTPCuc03vHgpmhvUqKJaSlIhL+OWk4kKYDmJVvU0gLbDgLNEWeQZp8xXoyDVmzxHXDwbtFmhsoVY4sWCzV3tJ0eicI/DePLIKyyS2OUNla6kbSDXzhYqS1VD6PAy1pWlFPqJA9O6VUXZlv5ZmFJCMzpSxiGqdh5CEK5rthpGNgpbxIslm6Afxt7Xi1KINTzIH+KRryM5kt9azX5E4IXLLQ9TxOqqJY+4H7ui6Ld1bmd7vahOZKutMpZyxQnIc+hmG5epqkdgNerjp3C0Nxp2zU2loUxVluEkWWqvgaLOpw3jutPF3eVE+dLfkoXxqFQ5xWQ5lN7Io0DfHvJRYEp8QyMDmlsZKPxs3x5aiSzvMvLYNkUTunbD0hyctRSxOFZstR5wapiMoHDRYqRxa1qQTr8VxXw1j5ee+cJ+R7rfsK0mWp9kObVuj8S/aBQNFvUkKrq4Zgf/6uLqoVRWXljWMxqTIWeZ4XCy4EA+kpFmHM5RFkrHfRH3/66/+MbcWizpirfd8DJIbFvgqkJwDFqxlr6lvIFOqddPUQiqXBf4vxQX4yNpjpQ/KmwOjdDUUJP4pZIHmgmQoC5QGDQ7e6KHK1R2UeCyYEBjHTOjqCUh92/rjsjMb9Zq/zTNwa/yGS7sdht30whk8Jccao+eocbzHdxfI4vjv0gOEKTFKfrBXug/zZ9AePqpwtF9vNcR3l79A4bfLq5JugHN744PTo4J2/GJK9zPol49GG1TsX6eFnuQWZYudJ10IvRqM5W1WkbyfmoWnjjX35+pXy+VDf9XnmxkKLqRd7Uvo+hFoA6Fd3W6gCdra0tgLzZNPlPJaofSFUCBqCskXXP9Gmu5fdzdnM4KzOwA6Wt8HYuugNzjvjLh3/3Q3Mj8tsU57sWFEPhhetzmjU7f/+Y6hfb+gsqGvUTVrSmoOxP8hf9yl/jyBj68mennFT8Ks37Bq3K7xuHTVR2vNBMaED4rcIRCQP7aZcasUCYMqPQuUGPGZx8DN1U+9JkWFnfDnsvwE1FgkeOyX2+freVIhdV/KpDOla4XnSFRgiP5QKGlzOvZAFoctEpAKXRcHBtOKSMddH9IRmdPlRoA7EVal77hKcL22xAIUDyPCZyzDRATKN2nn5Qlx9KXu8C6/X/wBMPATmoRMAAA==&quot;"/>
    <we:property name="datasetId" value="&quot;41d668e6-cf9c-4924-96e7-61eaf876eeb9&quot;"/>
    <we:property name="embedUrl" value="&quot;/reportEmbed?reportId=77ac7156-16d1-4c86-ba92-f57ea053dd89&amp;config=eyJjbHVzdGVyVXJsIjoiaHR0cHM6Ly9XQUJJLVVTLUNFTlRSQUwtQS1QUklNQVJZLXJlZGlyZWN0LmFuYWx5c2lzLndpbmRvd3MubmV0IiwiZW1iZWRGZWF0dXJlcyI6eyJ1c2FnZU1ldHJpY3NWTmV4dCI6dHJ1ZX19&amp;disableSensitivityBanner=true&amp;storytellingChangeViewModeShortcutKeys=true&quot;"/>
    <we:property name="backgroundColor" value="&quot;#F9F7F2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46ec72a-b4aa-4d2d-991e-c8b2ba06b7e8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7ac7156-16d1-4c86-ba92-f57ea053dd89/e212255c8e8a38a0dc1d?bookmarkGuid=70fa7e97-ea31-4c34-bf60-2dabe28a61b7&amp;bookmarkUsage=1&amp;ctid=02adc1fa-e7fe-48da-afea-ad67adeaf37e&amp;fromEntryPoint=export&quot;"/>
    <we:property name="reportState" value="&quot;CONNECTED&quot;"/>
    <we:property name="artifactViewState" value="&quot;live&quot;"/>
    <we:property name="reportEmbeddedTime" value="&quot;2026-07-16T19:42:08.518Z&quot;"/>
    <we:property name="creatorSessionId" value="&quot;8ba0bb06-52b7-4ef1-bfd3-6555014a2867&quot;"/>
    <we:property name="creatorUserId" value="&quot;100320022FA18B7C&quot;"/>
    <we:property name="creatorTenantId" value="&quot;02adc1fa-e7fe-48da-afea-ad67adeaf37e&quot;"/>
    <we:property name="pageDisplayName" value="&quot; Page 3&quot;"/>
    <we:property name="pageName" value="&quot;e212255c8e8a38a0dc1d&quot;"/>
    <we:property name="reportName" value="&quot;STORY1&quot;"/>
    <we:property name="isVisualContainerHeaderHidden" value="false"/>
    <we:property name="isFiltersActionButtonVisible" value="true"/>
    <we:property name="initialStateBookmark" value="&quot;H4sIAAAAAAAAA+1YTW/bOBD9KwtdejEWJCVKVG+O47RGG9uw3V4WQcGPscNWEb0UlcYN/N93JLndzdcaNZqtC+zFtoajmTfDN9STbyNjq3UhN2N5BdHL6MS5T1fSf/qNRr2o3Nkmkzfn/dmbD+P++RDNbh2sK6vo5W0UpF9BeG+rWhZNBDT+cdGLZFFM5aq5Wsqigl60Bl+5Uhb2C3TOuBR8DdteBDfrwnnZhJwHGaAJe43ueI256e8xZpQ62GuYgw6dFRhljHMtQMhYSGI0NehWdQ4tskddmtBt+oErg7QlpmlshOTANFlqykyiCTWSsca+tEXYuajN8GbtsTqsebNuutI317LU0OTFEjxUHeLbqL9aeVjJsLsc3lkcuKK+esQ+d7XXMINlu1QGGzaYYwZ/1lCFKtpio6beYRs7+3DxbjZurWd1uesKbS4v3eeBB2wjFku2vSNB25/PR6/Gw9PvQTxA08p5q2XxAPSPwfXari53a2eFXEUP0VygpbLlqtix9m8CLTqQuqgrpAiYE+kHl9KHZjzUR+Rhwxq823kD/mTTEufU+q8MZr17yH8iabYXXwcMnT/+Y4R2O9CBf66WX2wblxgEVyzmnMUqSwUhnLUHwb82v7qU+H2n4U0ssRRMiTymCuIkFklKmNg7zc/Ptvmiv3g3P4RkVWE1+DuFRleAB2/zw8gg20LWXSoL3boz7TK0dd5Gby3W3sV+L4u6CfviFO8w7nP5AkFt2514ggjtHdUPpMG3XnS7z3mWEaCGQEY0TYnIGD+CHTufjBevP/y/Y3d60e2YMUmakjxWJFMZIzIRnOydV9niO6lDQAQPxjY3JqUSUkMEPqxzwpEMhx4BWUqMpGmSC0OVSjjFU2VvrAA3Qbmbh9GUQGCMpkZRSo02uc6TQ5HhGQeUK8hSTTL8YFqpQ2MpGotsCYJiKKEgTVl+3LJlMDmfvh0uRsilESrJX0S+TGeTwRAFzPjV96J+/iNq6i3GD5tD9UuBGvjYdcs+1vyX+uVev3fixXAJXCfSMCY0MSolB890roDiwSeE0twQlnJpyFHP9OhsNrqv6/mvPRTeKuXKYx+LJxr/06eB4rs0iVHIoSTIIcEX6jQ/dBoIj/M0yVAYxoQpTTMm9muCJ57jbcDH9JirQ7WWGqayhEd0GTJUlgbMHm3W/tERtUkQjVXFPjHX/P3xTcZtt38BZpf6CokRAAA=&quot;"/>
    <we:property name="bookmark" value="&quot;H4sIAAAAAAAAA+1YTW/bOBD9KwtdejEWJCVKVG+O47RGG9uw3V4WQcGPscNWEb0UlcYN/N93JLndzdcaNZqtC+zFtoajmTfDN9STbyNjq3UhN2N5BdHL6MS5T1fSf/qNRr2o3Nkmkzfn/dmbD+P++RDNbh2sK6vo5W0UpF9BeG+rWhZNBDT+cdGLZFFM5aq5Wsqigl60Bl+5Uhb2C3TOuBR8DdteBDfrwnnZhJwHGaAJe43ueI256e8xZpQ62GuYgw6dFRhljHMtQMhYSGI0NehWdQ4tskddmtBt+oErg7QlpmlshOTANFlqykyiCTWSsca+tEXYuajN8GbtsTqsebNuutI317LU0OTFEjxUHeLbqL9aeVjJsLsc3lkcuKK+esQ+d7XXMINlu1QGGzaYYwZ/1lCFKtpio6beYRs7+3DxbjZurWd1uesKbS4v3eeBB2wjFku2vSNB25/PR6/Gw9PvQTxA08p5q2XxAPSPwfXari53a2eFXEUP0VygpbLlqtix9m8CLTqQuqgrpAiYE+kHl9KHZjzUR+Rhwxq823kD/mTTEufU+q8MZr17yH8iabYXXwcMnT/+Y4R2O9CBf66WX2wblxgEVyzmnMUqSwUhnLUHwb82v7qU+H2n4U0ssRRMiTymCuIkFklKmNg7zc/Ptvmiv3g3P4RkVWE1+DuFRleAB2/zw8gg20LWXSoL3boz7TK0dd5Gby3W3sV+L4u6CfviFO8w7nP5AkFt2514ggjtHdUPpMG3XnS7z3mWEaCGQEY0TYnIGD+CHTufjBevP/y/Y3d60e2YMUmakjxWJFMZIzIRnOydV9niO6lDQAQPxjY3JqUSUkMEPqxzwpEMhx4BWUqMpGmSC0OVSjjFU2VvrAA3Qbmbh9GUQGCMpkZRSo02uc6TQ5HhGQeUK8hSTTL8YFqpQ2MpGotsCYJiKKEgTVl+3LJlMDmfvh0uRsilESrJX0S+TGeTwRAFzPjV96J+/iNq6i3GD5tD9UuBGvjYdcs+1vyX+uVev3fixXAJXCfSMCY0MSolB890roDiwSeE0twQlnJpyFHP9OhsNrqv6/mvPRTeKuXKYx+LJxr/06eB4rs0iVHIoSTIIcEX6jQ/dBoIj/M0yVAYxoQpTTMm9muCJ57jbcDH9JirQ7WWGqayhEd0GTJUlgbMHm3W/tERtUkQjVXFPjHX/P3xTcZtt38BZpf6CokRAAA=&quot;"/>
    <we:property name="datasetId" value="&quot;41d668e6-cf9c-4924-96e7-61eaf876eeb9&quot;"/>
    <we:property name="embedUrl" value="&quot;/reportEmbed?reportId=77ac7156-16d1-4c86-ba92-f57ea053dd89&amp;config=eyJjbHVzdGVyVXJsIjoiaHR0cHM6Ly9XQUJJLVVTLUNFTlRSQUwtQS1QUklNQVJZLXJlZGlyZWN0LmFuYWx5c2lzLndpbmRvd3MubmV0IiwiZW1iZWRGZWF0dXJlcyI6eyJ1c2FnZU1ldHJpY3NWTmV4dCI6dHJ1ZX19&amp;disableSensitivityBanner=true&amp;storytellingChangeViewModeShortcutKeys=true&quot;"/>
    <we:property name="backgroundColor" value="&quot;#F9F7F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9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Dhatri Polasanapalli</cp:lastModifiedBy>
  <cp:revision>4</cp:revision>
  <dcterms:created xsi:type="dcterms:W3CDTF">2018-06-07T21:39:02Z</dcterms:created>
  <dcterms:modified xsi:type="dcterms:W3CDTF">2026-07-16T19:43:10Z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